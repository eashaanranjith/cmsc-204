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null	</a:t>
                </a:r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null</a:t>
                </a:r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null</a:t>
                </a:r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null</a:t>
                </a: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null</a:t>
                </a: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53,13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174,24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null</a:t>
                </a:r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109,49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39805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		1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39805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		1		1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39805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	4		1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40318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4		2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39805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		2		1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39805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2		1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274</Words>
  <Application>Microsoft Office PowerPoint</Application>
  <PresentationFormat>On-screen Show (4:3)</PresentationFormat>
  <Paragraphs>85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Ranjith, Eashaan</cp:lastModifiedBy>
  <cp:revision>58</cp:revision>
  <cp:lastPrinted>2015-10-07T21:36:22Z</cp:lastPrinted>
  <dcterms:created xsi:type="dcterms:W3CDTF">2003-12-08T11:02:30Z</dcterms:created>
  <dcterms:modified xsi:type="dcterms:W3CDTF">2026-03-14T20:27:01Z</dcterms:modified>
</cp:coreProperties>
</file>